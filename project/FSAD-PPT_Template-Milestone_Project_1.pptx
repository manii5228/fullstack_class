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-10" y="6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Real-Time Event Synchronization Engine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V.Mani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Manjunath– VTU24573– Reg.No.23UECS0615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Dr./Mr./Mrs. Name - Designation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99746" y="1638301"/>
            <a:ext cx="14013675" cy="831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distributed systems receive events from multiple clients simultaneously.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synchronization, events may arrive out of order and cause inconsistent system states.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systems rely on simple logging mechanisms that do not handle concurrent events effectively.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synchronization helps maintain data consistency across distributed nodes.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captures and synchronizes events generated by multiple clients.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 communication enables real-time event transmission between clients and the server.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 processes events, orders them, and broadcasts updates to all connected nodes.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monitoring dashboard displays synchronized events and system activity.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60028" y="2526154"/>
            <a:ext cx="15082325" cy="554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distributed environments, multiple clients generate events at the same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Without proper synchronization, events may be processed in the wrong order.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leads to inconsistent system states and unreliable system behavior.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logging systems do not provide real-time monitoring of concurrent events.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Conflict situations between events are difficult to detect manually.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need for a centralized mechanism to manage event synchronization.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should capture, process, and store events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should also provide a visual interface to monitor event 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1981200" y="2604412"/>
            <a:ext cx="15082325" cy="208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design and develop a real-time event synchronization engine for managing concurrent events.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implement a monitoring dashboard for visualizing synchronized events and system activity.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147667" y="2465962"/>
            <a:ext cx="15082325" cy="624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collects events from multiple clients using WebSocket communication.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event is timestamped and synchronized by the server to maintain ordering.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stores events in a MySQL database for persistence.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dashboard displays real-time event streams and system statistics.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identification helps track which node generated the event.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detection highlights events occurring at nearly the same time.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multiple clients connected simultaneously.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logging systems, this solution provides real-time monitoring and synchronization.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(Add dataflow diagram)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73106" y="1989229"/>
            <a:ext cx="2743199" cy="347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HTML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CSS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JavaScript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EEE43C-C377-8A54-538A-83B6FB3F3234}"/>
              </a:ext>
            </a:extLst>
          </p:cNvPr>
          <p:cNvSpPr txBox="1"/>
          <p:nvPr/>
        </p:nvSpPr>
        <p:spPr>
          <a:xfrm>
            <a:off x="6057899" y="1959182"/>
            <a:ext cx="2743199" cy="277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Node.js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Express.js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Socket.IO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1A110-AC66-4AF1-3AE6-7F4DA9EC5C2F}"/>
              </a:ext>
            </a:extLst>
          </p:cNvPr>
          <p:cNvSpPr txBox="1"/>
          <p:nvPr/>
        </p:nvSpPr>
        <p:spPr>
          <a:xfrm>
            <a:off x="8824544" y="2015465"/>
            <a:ext cx="3808769" cy="208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MySQL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MySQL Workbench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6CA00-212B-57DD-F32B-9EFC5DF871EA}"/>
              </a:ext>
            </a:extLst>
          </p:cNvPr>
          <p:cNvSpPr txBox="1"/>
          <p:nvPr/>
        </p:nvSpPr>
        <p:spPr>
          <a:xfrm>
            <a:off x="12988083" y="2025826"/>
            <a:ext cx="5088902" cy="208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 Studio Code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Node Package Manager (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>
                <a:solidFill>
                  <a:srgbClr val="FF0000"/>
                </a:solidFill>
              </a:rPr>
              <a:t>----- Example for reference only ---- (Change according to your project)</a:t>
            </a:r>
          </a:p>
          <a:p>
            <a:endParaRPr lang="en-IN" sz="2800" b="1" dirty="0"/>
          </a:p>
          <a:p>
            <a:r>
              <a:rPr lang="en-IN" sz="2800" b="1" dirty="0"/>
              <a:t>Module 1: User Management</a:t>
            </a:r>
          </a:p>
          <a:p>
            <a:r>
              <a:rPr lang="en-IN" sz="2800" dirty="0"/>
              <a:t>Handles user registration, login, and profile management with secure authentication.</a:t>
            </a:r>
          </a:p>
          <a:p>
            <a:r>
              <a:rPr lang="en-IN" sz="2800" b="1" dirty="0"/>
              <a:t>Module 2: Core Processing</a:t>
            </a:r>
          </a:p>
          <a:p>
            <a:r>
              <a:rPr lang="en-IN" sz="2800" dirty="0"/>
              <a:t>Implements the main business logic and processes user inputs efficiently.</a:t>
            </a:r>
          </a:p>
          <a:p>
            <a:r>
              <a:rPr lang="en-IN" sz="2800" b="1" dirty="0"/>
              <a:t>Module 3: Database Management</a:t>
            </a:r>
          </a:p>
          <a:p>
            <a:r>
              <a:rPr lang="en-IN" sz="2800" dirty="0"/>
              <a:t>Manages data storage, retrieval, and ensures data integrity.</a:t>
            </a:r>
          </a:p>
          <a:p>
            <a:r>
              <a:rPr lang="en-IN" sz="2800" b="1" dirty="0"/>
              <a:t>Module 4: Reporting &amp; Analytics</a:t>
            </a:r>
          </a:p>
          <a:p>
            <a:r>
              <a:rPr lang="en-IN" sz="2800" dirty="0"/>
              <a:t>Generates reports and visual insights for better decision-making.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753</Words>
  <Application>Microsoft Office PowerPoint</Application>
  <PresentationFormat>Custom</PresentationFormat>
  <Paragraphs>244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Gotham</vt:lpstr>
      <vt:lpstr>Gotham Bold Italics</vt:lpstr>
      <vt:lpstr>Bookman Old Style</vt:lpstr>
      <vt:lpstr>Arial</vt:lpstr>
      <vt:lpstr>Calibri</vt:lpstr>
      <vt:lpstr>Times New Roman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MANI MANJUNATH</dc:creator>
  <cp:lastModifiedBy>Mani Manjunath</cp:lastModifiedBy>
  <cp:revision>11</cp:revision>
  <dcterms:created xsi:type="dcterms:W3CDTF">2006-08-16T00:00:00Z</dcterms:created>
  <dcterms:modified xsi:type="dcterms:W3CDTF">2026-03-23T03:51:02Z</dcterms:modified>
  <dc:identifier>DAHCaYqJ9OU</dc:identifier>
</cp:coreProperties>
</file>