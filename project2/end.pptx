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2" r:id="rId16"/>
    <p:sldId id="271" r:id="rId17"/>
    <p:sldId id="274" r:id="rId18"/>
    <p:sldId id="273" r:id="rId19"/>
    <p:sldId id="270" r:id="rId20"/>
    <p:sldId id="265" r:id="rId21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</p:embeddedFont>
    <p:embeddedFont>
      <p:font typeface="Gotham Bold Italics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2386" y="9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696583" y="5804128"/>
            <a:ext cx="157841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REACT JS-BASED WEB APPLICATION FOR TICKET</a:t>
            </a:r>
            <a:b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OF AN INTERNAL DEPARTMENT EVENT</a:t>
            </a:r>
            <a:endParaRPr lang="en-I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Mani Manjunath V– VTU24573 – Reg.No23UECS0615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 X. Arogya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Presskila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965600" y="628424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05000" y="1975464"/>
            <a:ext cx="15082325" cy="667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Educational institutions have adopted digital technologies for many administrative tasks, but event management still relies heavily on manual processes like paper forms and physical ticket sales.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events, symposiums, and cultural fests typically involve disjointed Google Forms, long registration queues, and cash transactions leading to mismanaged funds and data entry errors.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digital platform is critically needed to seamlessly connect event organizers with students through event discovery, ticket booking, payments, and attendance verification.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Cultural is specifically designed for college ecosystems, tailored to unique educational institution requirements including academic profile integration and campus-specific workflows.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empowers students to effortlessly discover upcoming events, book tickets, and access event information through an intuitive and modern interface.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React.js frontend, Node.js backend, and MySQL database, the platform ensures scalability, security, and high performance for campus-wide usage.</a:t>
            </a:r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-26233" y="68081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6526" y="1820896"/>
            <a:ext cx="15082325" cy="667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college event management relies on manual processes like paper forms, physical ticket sales, and cash transactions that are inefficient and error-prone.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Disjointed tools such as Google Forms, spreadsheets, and manual record-keeping create fragmented data and lack real-time synchronization.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registration queues and on-the-spot payments lead to poor student experience and wasted time during high-demand events.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organizers lack real-time visibility into ticket sales, capacity utilization, and attendance metrics for informed decision-making.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academic profile integration means student verification is manual, creating security gaps in campus-only events.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commercial platforms charge high commission fees and lack customization for educational institution requirements</a:t>
            </a: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33728" y="52760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06526" y="1888984"/>
            <a:ext cx="15082325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centralized web application that automates the complete event management lifecycle including event discovery, ticket booking, secure payment processing, and digital attendance verification for college campuses.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eliminate manual processes by integrating real-time capacity tracking, dynamic QR code-based validation, and automated email confirmations, ensuring fraud prevention and operational efficiency.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role-based platform with a student-centric interface for seamless booking and an administrative dashboard for event creation, analytics, and data-driven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981200" y="1871023"/>
            <a:ext cx="15082325" cy="668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single web application consolidates all event management functions including event listing, ticket booking, payment processing, and attendance tracking into one unified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Live ticket availability tracking prevents overselling and automatically updates as bookings occur, giving organizers and students instant visibility into event status.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Time-restricted QR codes that activate only 30 minutes before events eliminate ticket duplication, screenshot sharing, and unauthorized entry attempts.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Seamless </a:t>
            </a:r>
            <a:r>
              <a:rPr lang="en-US" sz="2400" dirty="0" err="1"/>
              <a:t>Razorpay</a:t>
            </a:r>
            <a:r>
              <a:rPr lang="en-US" sz="2400" dirty="0"/>
              <a:t> integration enables secure digital payments via UPI, cards, and net banking, removing the need for cash handling and reducing financial discrepancies.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Built-in VTU number and department validation ensures only authorized students can book tickets, maintaining event exclusivity for the college community.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Separate student and admin portals provide tailored experiences where students browse and book while administrators manage events, view analytics, and validate entries.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0" y="45585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90500" y="67683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AC5592-FE0D-C184-C90A-2002497075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378345"/>
            <a:ext cx="13674685" cy="87724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4C76-32C6-CABC-F3D8-B37CFA94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4BB0B67-6106-A5EF-A57F-3D5F82795684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5C46F29-35FE-1943-B6B1-60D379F092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2FB0F84-D417-7F1D-A434-3E308DC812B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48CE742-8758-5693-6B14-D2472B0B5D26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7CC680C-2728-CE69-1407-0B78D53608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46BDF15-FD88-7CBF-396F-4FC1414C764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A2B1910-0794-A9CE-EBE9-7E04F0EDE5FC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EE53006-6828-7C27-DDCA-ACC399F144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ED4EC5B-2C9C-EEED-17C2-3AB7ADC4CA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6323C2A-8906-ACF3-36AC-60B4944262E3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D9E3BAF-652F-795E-A859-ED7156D59F9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B39B76C4-7757-F060-764F-9EC6C74A93D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0122597-66AE-1A35-600F-C6AA8EC837F7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6BC86C5-3EB5-EEA9-18FE-E510AED1FF1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3BB8B31-2B1E-6E43-F4D6-0F9F8D8AA29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0C688DC3-0298-71C5-CDF8-C9139D58F709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5C27C05-DCC0-6C88-39BD-0ECA840B2C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5A9BAC3-A6CD-7022-CEAC-3910C7C432B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DED81F0C-E41C-B09C-F787-384A08F71A34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1E30F21-53E7-0AAE-3A88-BD842662D0C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9CFCBDA-8FA5-9111-94A2-EBFF09FAD1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1635955E-F34A-4B57-043D-FFE6A6AB6B8B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DFC29D21-A432-91D8-9155-481EED2C34D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E0774516-9000-3590-7A72-09CC7761F92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CDF63E1F-5036-5119-F195-B6FFD5328077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181057E-2412-0D8A-C487-215ED04260E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691C85D2-4FE5-1B7D-AFAC-587BD3510B8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3FDD664F-BD44-2620-A8F8-D4A9176E55A1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DD50261B-B2B8-0222-01B5-02B5E3DAFB9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2D0A5C27-68DC-836B-FE87-519B541450FB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932BD28-1074-EDEA-E4DE-02156D8D390B}"/>
              </a:ext>
            </a:extLst>
          </p:cNvPr>
          <p:cNvSpPr txBox="1"/>
          <p:nvPr/>
        </p:nvSpPr>
        <p:spPr>
          <a:xfrm>
            <a:off x="190500" y="67683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8D90C0-553C-9E69-BB4C-FA4AEBA94EC3}"/>
              </a:ext>
            </a:extLst>
          </p:cNvPr>
          <p:cNvSpPr txBox="1"/>
          <p:nvPr/>
        </p:nvSpPr>
        <p:spPr>
          <a:xfrm>
            <a:off x="1794863" y="1596616"/>
            <a:ext cx="15082325" cy="833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data including registration details, VTU number, department, and login credentials for account creation and authentication.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 handles user interactions, form validations, and dynamic rendering while Node.js and Express backend executes business logic, API routing, and middleware authentication.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token verification secures every request,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processes payments.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and admins tables store authentication credentials, profile information, and role-based access permissions for the platform's dual-role system.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Student-facing outputs include event listings with live capacity, booking confirmations with digital tickets, downloadable PDF passes, and time-restricted QR codes for secure entry.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Admin-facing outputs comprise real-time analytics dashboard, comprehensive booking history, CSV export reports, and gate validation scan results for attendance tracking.</a:t>
            </a:r>
          </a:p>
        </p:txBody>
      </p:sp>
    </p:spTree>
    <p:extLst>
      <p:ext uri="{BB962C8B-B14F-4D97-AF65-F5344CB8AC3E}">
        <p14:creationId xmlns:p14="http://schemas.microsoft.com/office/powerpoint/2010/main" val="209805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923C601-62C7-0923-1F17-CF21A49B52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45" y="1766474"/>
            <a:ext cx="15281594" cy="67540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833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with component-based architecture for dynamic user interface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BentoGrid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 for responsive and modern event display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Express.js framework for RESTful API development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middleware for secure session management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relational database for structured data storage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pooling via mysql2 for efficient query performance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for payment gateway integration and transaction processing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OAuth 2.0 for secure one-click student authentication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as development environment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for API testing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package management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75682" y="1694471"/>
            <a:ext cx="15082325" cy="833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and admin registration, login with email/password and Google OAuth, JWT-based authentication, and profile management with VTU number and department details.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administrators to create, update, and manage events with details like date, venue, price, and capacity, while dynamically displaying them to students with real-time availability.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Ticket Booking &amp; Payment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ticket selection, attendee form collection,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integration, transaction verification, and booking confirmation with automated email dispatch.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QR Verification &amp; Security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time-restricted dynamic QR codes that activate only 30 minutes before events, prevents ticket duplication, and provides gate scanning for secure entry validation.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Admin Dashboard &amp; Analytics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dashboard with booking statistics, revenue tracking, attendance reports, CSV data export, and comprehensive search across student booking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088345" y="1978470"/>
            <a:ext cx="150823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landing page with animated hero section, platform statistics,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BentoGrid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 displaying upcoming events with hover effects for interactive browsing.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event cards fetched from database showing event name, date, venue, price, and live capacity indicators with direct booking access.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581172-CAEB-7D01-C5F9-ED0AB2EB2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993" y="4155593"/>
            <a:ext cx="12012287" cy="572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164252" y="1655305"/>
            <a:ext cx="15082325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sign-up form capturing name, email, password, VTU number, and department with client-side validation for data accuracy.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password hashing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database storage ensuring credential protection from security breaches.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25C52-9B1D-DE8A-E4BC-541576374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4016489"/>
            <a:ext cx="11397924" cy="547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1819258" y="1600443"/>
            <a:ext cx="7536493" cy="833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authentication interface supporting traditional email/password login and Google OAuth 2.0 one-click sign-in for quick access.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routing for admin portal with JWT token generation.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9829800" y="1697977"/>
            <a:ext cx="8077200" cy="778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Page</a:t>
            </a: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authentication interface supporting traditional email/password login and Google OAuth 2.0 one-click sign-in for quick access.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routing for student portal with JWT token generation.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F8C366E-1C03-AACE-B352-7FC981182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354" y="2475171"/>
            <a:ext cx="8200308" cy="394877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2ACC9CF-BB94-090F-5B33-A950AB5740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520" y="2526154"/>
            <a:ext cx="7516082" cy="361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09800" y="1638300"/>
            <a:ext cx="1508232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cards displaying key metrics including total bookings, revenue collected, tickets sold, and upcoming events count in real-time.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searchable table of all student bookings with filters for event, department, and date range with CSV export functionality.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26B60-C6AD-4AF2-5399-96323EF26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912" y="4476195"/>
            <a:ext cx="10806744" cy="513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Event Management: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Modal-based event creation form for adding new events with name, date, time, venue, price, capacity, and description fields.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and manage existing events with ability to update details, view booking counts, and monitor capacity utilization in real-time.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D3687-C4C8-2876-308E-81F5FED3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498" y="4255275"/>
            <a:ext cx="10335876" cy="495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2209800" y="1638300"/>
            <a:ext cx="1508232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Listing Page: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catalog of all upcoming events with categorization, search functionality, and visual sold-out indicators for high-demand events.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event card displays complete details including description, schedule, venue, ticket price, and remaining capacity with instant booking button.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50342-5FB4-3294-0FE4-675CF7EC1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823" y="4605464"/>
            <a:ext cx="10465139" cy="501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F808-25C3-A88B-F02E-0121D2B72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45C2B5-6EBD-1F1F-6A1D-58CE0167DA97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1FAEE50-49B2-9454-C02B-A0789B52F0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113C8A8-FA3E-0846-228C-33C4672B8FA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7271C7F-2C24-E6C2-BD2D-854E8D06EDB6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D59C944-4C23-07EB-D784-C1BFE8B45A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0C43EF3-C917-47F4-AF14-92B38F9DBE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77629B2-D731-F985-8C3E-B18A4282F07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56D5EC5-1481-028E-669F-ADD3CF8353B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ACA313B-4538-EF9C-031A-828D73B7CDE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01B5FB1-DF76-068B-B109-AD3A36C90BF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56AC430-DFD3-FBDA-C1C6-AC90F86E55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AE3FE92-E067-1DB7-D24D-ADBEBADE9A8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779E44C-7DB2-9B53-898C-A7598956A59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513D0CE-01A0-18E1-B950-96D0C41A3F4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96D3DA-7DB0-7AA0-6769-E7AC83EA79B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448546A-02C5-4D72-D2CE-FABB8CBB1E7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F9998DB-E532-7AF8-0DF2-CFA679D1FD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EC5BC5B-9B7B-184D-80D3-D850121DD95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F222D18-120B-0639-DFD6-3EB2C3ED53C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E68B8EB-C68F-03C9-E622-63D2A33B4E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30DA750C-F1B7-BEA4-565D-9D9B55DE2C9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6A07343-B2C7-B7DE-B17A-0ABDD53F44A3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4F013113-C812-768D-E1B8-E1DA324343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3A72333-1AE2-143C-F7E2-560E6659E98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D376586F-5099-DCEC-B55D-88DAA512084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8DD9B2C-65FF-2AE2-F39F-DC5FC85BA0A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6D2544F4-AC55-BCAB-3136-44326885119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D119F840-3502-9A26-DEF3-63AA134D5819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D34CD0E-A3AA-E4D1-3F53-3B92FF9C96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F2FCDABD-EB03-CB05-2E23-DB8F094BDC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34BC127-AF24-C7C7-2F80-170D46A41311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B0F45D-ED45-F0C7-DB5D-FA2E2BDB19E2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03553-BD58-74E9-F41D-09AEECBEC858}"/>
              </a:ext>
            </a:extLst>
          </p:cNvPr>
          <p:cNvSpPr txBox="1"/>
          <p:nvPr/>
        </p:nvSpPr>
        <p:spPr>
          <a:xfrm>
            <a:off x="2209800" y="1638300"/>
            <a:ext cx="1508232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Verification Page: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scanning interface for gate administrators to validate student tickets by scanning dynamic QR codes at entry points.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validation response displaying student name, event details, booking status with used token flagging to prevent duplicate entry attempts.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1D18A-ECFA-5456-FA59-3142E13D2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788" y="4754845"/>
            <a:ext cx="10994424" cy="514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17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028457-C3BA-5361-934F-F4208F4E0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917" y="1985525"/>
            <a:ext cx="5630931" cy="6666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9AF90C-7DBC-9590-0F75-D0965B287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390" y="2043751"/>
            <a:ext cx="9151869" cy="13051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8BC8E51-A53D-1712-4F36-56A3EC9BD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171" y="3808564"/>
            <a:ext cx="9061999" cy="9426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C9694F1-B222-DB3E-3307-570FEB122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422" y="5125372"/>
            <a:ext cx="9061998" cy="338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1617B-9B3C-422B-5977-6A64726B19A7}"/>
              </a:ext>
            </a:extLst>
          </p:cNvPr>
          <p:cNvSpPr txBox="1"/>
          <p:nvPr/>
        </p:nvSpPr>
        <p:spPr>
          <a:xfrm>
            <a:off x="1783619" y="1880590"/>
            <a:ext cx="14040852" cy="792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Exceptional Security: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Time-restricted dynamic QR codes activate only 30 minutes before events.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Visibility: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Live capacity tracking and instant booking updates prevent overselling while giving students and 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organisers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accurate availability status.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Integration: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Built-in VTU number and department validation ensures only authorized students access to campus-exclusive events.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Communication: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Instant email confirmations with ticket details, event logistics, and QR codes eliminate manual notification efforts.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Empowerment: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Comprehensive dashboard provides live analytics, revenue tracking, attendance reports, and CSV export for data-driven decisions.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Dynamic QR generation and verification strictly require stable internet connectivity at venue gates, causing potential entry delays during network outages.</a:t>
            </a:r>
          </a:p>
          <a:p>
            <a:pPr algn="just">
              <a:spcBef>
                <a:spcPts val="1200"/>
              </a:spcBef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Third-Party Reliance: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Core functionalities depend on external service uptime including 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payments and Google for authentication, creating vulnerability to API disruptions.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1742</Words>
  <Application>Microsoft Office PowerPoint</Application>
  <PresentationFormat>Custom</PresentationFormat>
  <Paragraphs>348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Bookman Old Style</vt:lpstr>
      <vt:lpstr>Calibri</vt:lpstr>
      <vt:lpstr>Cambria</vt:lpstr>
      <vt:lpstr>Arial</vt:lpstr>
      <vt:lpstr>Gotham</vt:lpstr>
      <vt:lpstr>Gotham Bold Italics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MANI MANJUNATH</dc:creator>
  <cp:lastModifiedBy>Mani Manjunath</cp:lastModifiedBy>
  <cp:revision>15</cp:revision>
  <dcterms:created xsi:type="dcterms:W3CDTF">2006-08-16T00:00:00Z</dcterms:created>
  <dcterms:modified xsi:type="dcterms:W3CDTF">2026-05-05T18:11:25Z</dcterms:modified>
  <dc:identifier>DAHCaYqJ9OU</dc:identifier>
</cp:coreProperties>
</file>